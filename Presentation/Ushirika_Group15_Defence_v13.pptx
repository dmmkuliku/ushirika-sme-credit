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The problem this project set out to solve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General objective and three specific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end-to-end SME value-chain credit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Per-SME ML metrics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on lender detail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Transactions + TIN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Role-based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80/20 train–test +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Outlier-aware financing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select an SME → see ML score, creditworthy probability, and feature signals from that SME’s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 controlled train–test design — not a hard-coded score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Outliers are flagged; financing caps use typical volume, not one-off spikes.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IQR flags unusual large deals for lending caps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Ensemble Random Forest outperforms classical 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84.2%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75.4%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 (seed=42) — metrics from model_meta.json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84.2% · Precision 85.7% · Recall 52.9% · F1 65.5% · ROC-AUC 88.5%.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74.6% · Precision 64.0% · Recall 23.5% · F1 34.4% · ROC-AUC 75.4%.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Evidence is reproducible via scripts/train_model.py and stored artifacts under Backend/models/.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k-fold GridSearchCV on the training split reduces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Conservative score mapping (~300–680) and explicit risk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never exceeds typical (non-outlier) capacity — realistic lending.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Technical Performance Report documents honesty of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Eligible financing (TZS) with outlier-aware caps.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Human-readable score components for explainability.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Lender portfolio view by NIDA / membership ID.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Admin governance for accounts and PIN reset.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Bilingual portal (English / Kiswahili).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13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(88.5% vs 75.4%).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Prototype scope — not yet a full bank 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relies partly on synthetic bootstrap when live SMEs are few.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larger, multi-sector Tanzanian transaction panels.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XGBoost/GBM, live ERP connectors, stronger model monitoring.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formal NIDA verification and managed Postgres.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