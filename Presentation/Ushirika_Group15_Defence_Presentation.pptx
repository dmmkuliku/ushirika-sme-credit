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Cloud API wake-up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Simple 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NIDA-DOB, phone, email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No future transactions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scores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Inclusive controls: NIDA-DOB matching, +255 phone entry, bilingual gender/business labels, live email checks, and clear forms.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Ensemble Random Forest outperforms classical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 (seed=42) — metrics from model_meta.json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88.6% · Precision 93.0% · Recall 85.7% · F1 89.2% · ROC-AUC 95.8%.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77.9% · Precision 75.8% · Recall 87.7% · F1 81.3% · ROC-AUC 87.5%.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Evidence is reproducible via scripts/train_model.py and stored artifacts under Backend/models/.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k-fold GridSearchCV on the training split reduces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Conservative score mapping (~300–680) and explicit risk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(non-outlier) volume — reduces unpaid-loan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Input validation: 20-digit NIDA with DOB match (DD-MM-YYYY), +255 phone, live email checks, and no future dates.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Instant per-field errors: forms flag mistakes on the field itself and PIN recovery enforces step-by-step completion.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Counterparty TIN optional on transactions — informal buyers/sellers without TIN are supported.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PIN recovery verifies both birth date and registered phone number before a reset.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Stable sessions: 4-hour tokens, reliable 90-second idle sign-out across device sleep/wake, and clean expiry redirects.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Technical Performance Report documents honesty of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Eligible financing (TZS) with 25% outlier-aware caps.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Crucial score signals only (not every engineered feature).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Lender: progressive NIDA search + tabbed SME analytics.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TIN shown on SME profile (SME + Lender views).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Fully bilingual account dashboards, headers, forms, and language-matched CSV templates.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17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Prototype scope — not yet a full bank 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relies partly on synthetic bootstrap when live SMEs are few.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larger, multi-sector Tanzanian transaction panels.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XGBoost/GBM, live ERP connectors, stronger model monitoring.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formal NIDA verification and managed Postgres.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