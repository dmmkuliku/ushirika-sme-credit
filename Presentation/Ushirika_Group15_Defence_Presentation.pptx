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NIDA-DOB,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bilingual gender/business labels, live email checks, and clear forms.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Input validation: 20-digit NIDA with DOB match (DD-MM-YYYY), +255 phone, live email checks, and no future dates.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Stable sessions: 4-hour tokens, auto sign-out after 15 min idle, clean redirect on expiry.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Language-matched CSV templates and forms (Receipt No. / Namba ya Stakabadhi).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