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20-digit NIDA with DOB match (DD-MM-YYYY), +255 phone, live email checks, and no future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Instant per-field errors: every form flags mistakes on the field itself before the user moves 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PIN recovery verifies both birth date and registered phone number before a reset.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reliable 90-second idle sign-out across device sleep/wake, and clean expiry redirects.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Fully bilingual account dashboards, headers, forms, and language-matched CSV templates.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