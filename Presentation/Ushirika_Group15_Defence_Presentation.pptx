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Cloud API wake-up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Simple 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Strict age, phone, email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No future transactions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Upload scores immediately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Inclusive controls: +255 phone entry, age 18+ eligibility, Male/Female choices, live email checks, and clear bilingual labels.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 end-to-end.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