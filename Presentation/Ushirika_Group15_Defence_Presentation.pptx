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Cloud API wake-up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Simple 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NIDA-DOB, phone, email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No future transactions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Upload scores immediately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Inclusive controls: NIDA-DOB matching, +255 phone entry, bilingual gender/business labels, live email checks, and clear forms.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Random Forest outperformed Logistic Regression on unseen test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comparison: 280 unseen records · stratified split · seed=42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88.6% · Precision 93.0% · Recall 85.7% · F1 89.2% · ROC-AUC 95.8%.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77.9% · Precision 75.8% · Recall 87.7% · F1 81.3% · ROC-AUC 87.5%.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Interpretation: RF ranked higher-risk vs creditworthy cases more reliably; this supports its selection for the prototype.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5-fold GridSearchCV on training data only reduces leakage and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Score mapping (~300–680) uses explicit Low / Medium / High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non-outlier volume.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PII is excluded from ML features; counterparties are pseudonymised.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Creditworthy probability + indicative financing (TZS).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Explainable behavioural signals for each SME.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Bilingual SME, lender, admin and sub-admin workflows.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English / Kiswahili CSV templates and manual entry.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Optional counterparty TIN supports informal trading partners.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17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Online prototype is operational, but not yet a bank-production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partly uses synthetic bootstrap and engineered labels.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longitudinal repayment outcomes from multiple Tanzanian sectors.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Pilot priorities: fairness, calibration, drift, security and human review.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Production: verified NIDA, managed Postgres, ERP/payment integrations.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