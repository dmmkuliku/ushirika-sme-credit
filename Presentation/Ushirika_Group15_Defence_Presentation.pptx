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Rate limits + hardened headers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public API docs in prod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cascading Tanzania region→district dropdowns, bilingual labels, live email checks, and clear forms.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Security: production API docs disabled, auth rate limits, short-lived JWTs, strict CORS, security headers, no production source maps, and no boot-time PIN resets.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Responsive UI: the same portal is usable on desktop computers and mobile phones.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Random Forest outperformed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comparison: 280 unseen records · stratified split · seed=42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Interpretation: RF ranked higher-risk vs creditworthy cases more reliably; this supports its selection for the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5-fold GridSearchCV on training data only reduces leakage and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Score mapping (~300–680) uses explicit Low / Medium / High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non-outlier volume.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PII is excluded from ML features; counterparties are pseudonymised.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Creditworthy probability + indicative financing (TZS).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Explainable behavioural signals for each SME.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SME, lender, admin and sub-admin workflows.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English / Kiswahili CSV templates and manual entry.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Optional counterparty TIN supports informal trading partners.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Online prototype is operational, but not yet a bank-production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partly uses synthetic bootstrap and engineered labels.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longitudinal repayment outcomes from multiple Tanzanian sectors.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Pilot priorities: fairness, calibration, drift, security and human review.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Production: verified NIDA, managed Postgres, ERP/payment integrations.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