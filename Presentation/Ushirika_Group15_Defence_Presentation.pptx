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Strict age,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+255 phone entry, age 18+ eligibility, Male/Female choices, live email checks, and clear bilingual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20-digit NIDA with DOB match (DD-MM-YYYY), +255 phone, live email checks, age 18+, and no future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auto sign-out after 15 min idle, clean redirect on expiry.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Plain-language bilingual forms (e.g. Receipt No / Namba ya risiti ya malipo).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