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53788" y="228600"/>
            <a:ext cx="71715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86748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515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305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— GROUP 15</a:t>
            </a:r>
            <a:endParaRPr lang="en-US" sz="1300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B8D0C8"/>
              </a:solidFill>
              <a:latin typeface="Calibri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Herman Edward Mkumbwa 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Raymond Elphance Tungaraza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Edwin Celestin Silayo</a:t>
            </a: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Grace Joachim Mohammed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Priscila Nestor Mpembela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spcAft>
                <a:spcPts val="300"/>
              </a:spcAft>
            </a:pPr>
            <a:r>
              <a:rPr lang="en-US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SUPERVISOR: Mr. Rajabu Msangi</a:t>
            </a:r>
          </a:p>
          <a:p>
            <a:pPr algn="r">
              <a:spcAft>
                <a:spcPts val="300"/>
              </a:spcAft>
            </a:pP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297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dirty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2537" y="635958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 dirty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3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dirty="0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2" grpId="0" animBg="1"/>
      <p:bldP spid="2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3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Altman tradition extended: from static ratios to dynamic </a:t>
            </a:r>
            <a:r>
              <a:rPr sz="1300" b="0" dirty="0" err="1">
                <a:solidFill>
                  <a:srgbClr val="0F2830"/>
                </a:solidFill>
                <a:latin typeface="Calibri"/>
              </a:rPr>
              <a:t>behavioural</a:t>
            </a:r>
            <a:r>
              <a:rPr sz="1300" b="0" dirty="0">
                <a:solidFill>
                  <a:srgbClr val="0F2830"/>
                </a:solidFill>
                <a:latin typeface="Calibri"/>
              </a:rPr>
              <a:t>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wheelReverse spokes="1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dirty="0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</a:t>
            </a:r>
            <a:r>
              <a:rPr lang="en-US" sz="1600" dirty="0">
                <a:solidFill>
                  <a:srgbClr val="E6EEF0"/>
                </a:solidFill>
                <a:latin typeface="Calibri"/>
              </a:rPr>
              <a:t>SMEs</a:t>
            </a:r>
            <a:r>
              <a:rPr sz="1600" b="0" dirty="0">
                <a:solidFill>
                  <a:srgbClr val="E6EEF0"/>
                </a:solidFill>
                <a:latin typeface="Calibri"/>
              </a:rPr>
              <a:t>, </a:t>
            </a:r>
            <a:r>
              <a:rPr lang="en-US" sz="1600" b="0" dirty="0">
                <a:solidFill>
                  <a:srgbClr val="E6EEF0"/>
                </a:solidFill>
                <a:latin typeface="Calibri"/>
              </a:rPr>
              <a:t>Lender</a:t>
            </a:r>
            <a:r>
              <a:rPr sz="1600" b="0" dirty="0">
                <a:solidFill>
                  <a:srgbClr val="E6EEF0"/>
                </a:solidFill>
                <a:latin typeface="Calibri"/>
              </a:rPr>
              <a:t>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737" y="5464038"/>
            <a:ext cx="10515600" cy="111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r>
              <a:rPr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200" b="1" dirty="0">
              <a:solidFill>
                <a:srgbClr val="23968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300"/>
              </a:spcAft>
            </a:pPr>
            <a:r>
              <a:rPr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1490</Words>
  <Application>Microsoft Office PowerPoint</Application>
  <PresentationFormat>Widescreen</PresentationFormat>
  <Paragraphs>202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Georgia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Dm_mkuliku</dc:creator>
  <cp:keywords/>
  <dc:description>generated using python-pptx</dc:description>
  <cp:lastModifiedBy>Raymond Tungaraza</cp:lastModifiedBy>
  <cp:revision>4</cp:revision>
  <dcterms:created xsi:type="dcterms:W3CDTF">2013-01-27T09:14:16Z</dcterms:created>
  <dcterms:modified xsi:type="dcterms:W3CDTF">2026-07-22T14:50:00Z</dcterms:modified>
  <cp:category/>
</cp:coreProperties>
</file>