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NIDA-DOB,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NIDA-DOB matching, +255 phone entry, bilingual gender/business labels, live email checks, and clear forms.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88.6% · Precision 93.0% · Recall 85.7% · F1 89.2% · ROC-AUC 95.8%.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77.9% · Precision 75.8% · Recall 87.7% · F1 81.3% · ROC-AUC 87.5%.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Input validation: 20-digit NIDA with DOB match (DD-MM-YYYY), +255 phone, live email checks, and no future dates.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Stable sessions: 4-hour tokens, reliable 90-second idle sign-out across device sleep/wake, and clean expiry redirects.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Fully bilingual account dashboards, headers, forms, and language-matched CSV templates.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17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