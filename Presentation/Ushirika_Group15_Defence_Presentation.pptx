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Auto-start backend from UI script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Transactions + TIN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Role-based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triggers train+test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Initial governance now includes fixed admin + four fixed sub-admin IDs (self-PIN change enabled).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75.4%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84.2% · Precision 85.7% · Recall 52.9% · F1 65.5% · ROC-AUC 88.5%.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74.6% · Precision 64.0% · Recall 23.5% · F1 34.4% · ROC-AUC 75.4%.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(non-outlier) volume — reduces unpaid-loan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25%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Crucial score signals only (not every engineered feature).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Lender: progressive NIDA search + tabbed SME analytics.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TIN shown on SME profile (SME + Lender views).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portal (English / Kiswahili) end-to-end.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13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(88.5% vs 75.4%).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