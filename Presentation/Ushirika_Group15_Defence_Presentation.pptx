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Group 15  ·  Bachelor of Data Science (Year III)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3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Old ratios often miss viable businesses that work in informal or semi-formal supply chains.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How buyers and suppliers actually pay is strong risk data — but few systems use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another way to score them, good SMEs stay locked out of formal finance.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u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Build a working platform that reads supply-chain transactions and uses machine learning to give fairer, more accurate credit risk scores for Tanzanian SMEs.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Convert raw supply-chain transactions into useful predictors.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Random Forest against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9</a:t>
            </a:r>
          </a:p>
        </p:txBody>
      </p:sp>
    </p:spTree>
  </p:cSld>
  <p:clrMapOvr>
    <a:masterClrMapping/>
  </p:clrMapOvr>
  <p:transition spd="med"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portal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English / Kiswahili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3774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Secure auth flows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774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Plain repayment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3774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PII protected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 caps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Lenders can search an SME, open the profile, and see score, risk band, plain signals and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Registration checks NIDA against date of birth, and uses region and district lists in English or Kiswahili.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The portal works on desktop and on phone.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9</a:t>
            </a:r>
          </a:p>
        </p:txBody>
      </p:sp>
    </p:spTree>
  </p:cSld>
  <p:clrMapOvr>
    <a:masterClrMapping/>
  </p:clrMapOvr>
  <p:transition spd="med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in credit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links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locally.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turns that gap into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9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 and partners.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train–test split (seed 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data only; GridSearchCV uses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metrics: Accuracy,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An SME is scored only after at least five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Rare large deals are down-weighted so they do not inflate loan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with scaling.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hold-out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range about 300–850.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≥650 · Medium 500–649 · High &lt;500.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Users see plain signals such as on-time payments and late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9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91440" cy="118872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0876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508760"/>
            <a:ext cx="91440" cy="118872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099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488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0876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08760"/>
            <a:ext cx="91440" cy="118872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70992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488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0876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91440" cy="11887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64040" y="170992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488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Primary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926080"/>
            <a:ext cx="112471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What the numbers mean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RF: Precision 93.0% · Recall 85.7% · F1 89.2%.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LR: Precision 75.8% · Recall 87.7% · F1 81.3%.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Useful predictors include payment reliability, delay, trading volume, partner mix and sales trend.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That is why Random Forest is the scoring model in the live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9</a:t>
            </a:r>
          </a:p>
        </p:txBody>
      </p:sp>
    </p:spTree>
  </p:cSld>
  <p:clrMapOvr>
    <a:masterClrMapping/>
  </p:clrMapOvr>
  <p:transition spd="med">
    <p:wheel spokes="3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2" grpId="0" animBg="1"/>
      <p:bldP spid="2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Objectives met — with clear limits still ahead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640080" cy="9601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2763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Preprocessing &amp;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Transactions become behavioural predictors used for scoring.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17830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07040" y="18013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1460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640080" cy="96012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919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Ensemble vs classical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0175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beats LR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283464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07040" y="285292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6616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640080" cy="96012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307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690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 and ROC-AUC guide model choice.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38862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0" y="39044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75488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8920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LIMITS &amp;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portal is live, but it is still a prototype — not a bank production system. Next we need a lender pilot on real SME ledgers, then stronger identity checks, hosting and ongoing model review.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3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turns supply-chain transactions into clear credit scores. We compared Random Forest with Logistic Regression on hold-out data, and shipped a live portal for SMEs, lenders and admins.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9184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carefully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wider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63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66344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Stronger identity checks, managed database, and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9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1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938</Words>
  <Application>Microsoft Office PowerPoint</Application>
  <PresentationFormat>Widescreen</PresentationFormat>
  <Paragraphs>144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2</cp:revision>
  <dcterms:created xsi:type="dcterms:W3CDTF">2013-01-27T09:14:16Z</dcterms:created>
  <dcterms:modified xsi:type="dcterms:W3CDTF">2026-07-30T05:32:02Z</dcterms:modified>
  <cp:category/>
</cp:coreProperties>
</file>