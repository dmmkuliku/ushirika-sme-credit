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5-MINUTE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ML Credit Risk Assessment for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SME Value Chain Financing — Tanzania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6EEF0"/>
                </a:solidFill>
                <a:latin typeface="Calibri"/>
              </a:rPr>
              <a:t>Platform: Ushirika  ·  Supervisor: Mr. Rajabu Msangi  ·  BSc Data Science III ·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SPEAKING ORDER (≈1 minute each)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515600" cy="384048"/>
          </a:xfrm>
          <a:prstGeom prst="roundRect">
            <a:avLst>
              <a:gd name="adj" fmla="val 8000"/>
            </a:avLst>
          </a:prstGeom>
          <a:solidFill>
            <a:srgbClr val="0D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0175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Herman Edward Mkumbwa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10712"/>
            <a:ext cx="10515600" cy="384048"/>
          </a:xfrm>
          <a:prstGeom prst="roundRect">
            <a:avLst>
              <a:gd name="adj" fmla="val 8000"/>
            </a:avLst>
          </a:prstGeom>
          <a:solidFill>
            <a:srgbClr val="0D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456432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Raymond Elphance Tungaraza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10515600" cy="384048"/>
          </a:xfrm>
          <a:prstGeom prst="roundRect">
            <a:avLst>
              <a:gd name="adj" fmla="val 8000"/>
            </a:avLst>
          </a:prstGeom>
          <a:solidFill>
            <a:srgbClr val="0D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953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95344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Edwin Celestin Silayo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88536"/>
            <a:ext cx="10515600" cy="384048"/>
          </a:xfrm>
          <a:prstGeom prst="roundRect">
            <a:avLst>
              <a:gd name="adj" fmla="val 8000"/>
            </a:avLst>
          </a:prstGeom>
          <a:solidFill>
            <a:srgbClr val="0D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S4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334256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Grace Joachim Mohammed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27448"/>
            <a:ext cx="10515600" cy="384048"/>
          </a:xfrm>
          <a:prstGeom prst="roundRect">
            <a:avLst>
              <a:gd name="adj" fmla="val 8000"/>
            </a:avLst>
          </a:prstGeom>
          <a:solidFill>
            <a:srgbClr val="0D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731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73168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Priscila Nestor Mpembela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1264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9BC4BA"/>
                </a:solidFill>
                <a:latin typeface="Calibri"/>
              </a:rPr>
              <a:t>Live: ushirika-sme-portal.vercel.app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SPEAKER 1 · PROBLEM  ·  ~55s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B3D2E"/>
                </a:solidFill>
                <a:latin typeface="Georgia"/>
              </a:rPr>
              <a:t>Why fair SME credit is still hard in Tanzania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Say the problem in one clear minute — then hand over.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783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10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 barrier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4A5E66"/>
                </a:solidFill>
                <a:latin typeface="Calibri"/>
              </a:rPr>
              <a:t>Banks ask for collateral and formal books most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783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83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10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Old risk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4A5E66"/>
                </a:solidFill>
                <a:latin typeface="Calibri"/>
              </a:rPr>
              <a:t>Static ratios miss viable traders in informal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39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0439"/>
            <a:ext cx="109728" cy="1783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764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payment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79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4A5E66"/>
                </a:solidFill>
                <a:latin typeface="Calibri"/>
              </a:rPr>
              <a:t>Buyer–supplier payment behaviour is rich risk data, unused today.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39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520439"/>
            <a:ext cx="109728" cy="1783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4903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Our 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97679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4A5E66"/>
                </a:solidFill>
                <a:latin typeface="Calibri"/>
              </a:rPr>
              <a:t>Ushirika scores SMEs from real transactions — not collateral alone.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8932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SPEAKER 1: Herman Edward Mkumbwa   ·   ~55 seconds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5-MINUTE DEFENCE  ·  GROUP 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SPEAKER 2 · AIM &amp; SOLUTION  ·  ~55s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B3D2E"/>
                </a:solidFill>
                <a:latin typeface="Georgia"/>
              </a:rPr>
              <a:t>What we built: Ushirika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State the aim, then the live product in three breaths.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An automated platform that uses supply-chain transactions and machine learning to give inclusive SME credit scores in Tanzania.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27432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2743200" cy="50292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971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880360"/>
            <a:ext cx="27432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880360"/>
            <a:ext cx="2743200" cy="5029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971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611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Secure FastAPI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JWT · rate limits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27432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880360"/>
            <a:ext cx="2743200" cy="50292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971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611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Random Forest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plain-language signals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880360"/>
            <a:ext cx="27432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35440" y="2880360"/>
            <a:ext cx="2743200" cy="5029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971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611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SPEAKER 2: Raymond Elphance Tungaraza   ·   ~55 seconds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5-MINUTE DEFENCE  ·  GROUP 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SPEAKER 3 · METHOD  ·  ~55s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B3D2E"/>
                </a:solidFill>
                <a:latin typeface="Georgia"/>
              </a:rPr>
              <a:t>How we trained and tested fairly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Keep this technical but short — protocol, then two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557784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Features from payments, delays, volume, partners.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Train models only on training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Report hold-out Accuracy,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Score only after ≥5 SME transactions.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0876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488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Baseline: Logistic Regression.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Primary: Random Forest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Choose by hold-out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Score range ~300–850 · Low ≥650 · Medium 500–649 · High &lt;500.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Large one-off deals do not inflate loan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SPEAKER 3: Edwin Celestin Silayo   ·   ~55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5-MINUTE DEFENCE  ·  GROUP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SPEAKER 4 · FINDINGS  ·  ~60s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B3D2E"/>
                </a:solidFill>
                <a:latin typeface="Georgia"/>
              </a:rPr>
              <a:t>Random Forest is the stronger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Lead with the headline numbers, then one interpretation sentence.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91440" cy="128016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54480"/>
            <a:ext cx="9144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91440" cy="128016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554480"/>
            <a:ext cx="9144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Selected primary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108960"/>
            <a:ext cx="112471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918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test (unseen data)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49039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RF: Precision 93.0% · Recall 85.7% · F1 89.2%.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LR: Precision 75.8% · Recall 87.7% · F1 81.3%.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Plain signals users see: on-time payments, failed payments, late days, trading volume, sales trend.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Conclusion: ensemble learning beat classical regression on this task.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SPEAKER 4: Grace Joachim Mohammed   ·   ~60 seconds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5-MINUTE DEFENCE  ·  GROUP 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SPEAKER 5 · RESULTS &amp; CLOSE  ·  ~55s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B3D2E"/>
                </a:solidFill>
                <a:latin typeface="Georgia"/>
              </a:rPr>
              <a:t>Aim met — and 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Confirm the three objectives, name one limit, invite questions.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57600" cy="5029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 Features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Transactions → clear behavioural predictors.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3657600" cy="50292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  RF vs LR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RF wins on ROC-AUC (95.8% vs 87.5%).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657600" cy="5029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  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Accuracy, Precision, Recall, F1, ROC-AUC reported.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31920"/>
            <a:ext cx="11247120" cy="164592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ONE LIMIT + ONE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5262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Prototype is live, but not a bank-production system yet. Next: pilot with partner lenders on real SME ledgers, then strengthen identity checks and database hosting.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SPEAKER 5: Priscila Nestor Mpembela   ·   ~55 seconds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5-MINUTE DEFENCE  ·  GROUP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GROUP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Asanteni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E6EEF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Herman Edward Mkumbwa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Raymond Elphance Tungaraza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Edwin Celestin Silayo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Grace Joachim Mohammed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Priscila Nestor Mpembela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ushirika-sme-portal.vercel.app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5943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7  / 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